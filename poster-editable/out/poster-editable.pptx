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6588000"/>
          </a:xfrm>
          <a:prstGeom prst="rect">
            <a:avLst/>
          </a:prstGeom>
        </p:spPr>
      </p:pic>
      <p:pic>
        <p:nvPicPr>
          <p:cNvPr id="3" name="Picture 2" descr="cloud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000" y="432000"/>
            <a:ext cx="1944000" cy="1111299"/>
          </a:xfrm>
          <a:prstGeom prst="rect">
            <a:avLst/>
          </a:prstGeom>
        </p:spPr>
      </p:pic>
      <p:pic>
        <p:nvPicPr>
          <p:cNvPr id="4" name="Picture 3" descr="cloud_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000" y="1800000"/>
            <a:ext cx="1512000" cy="860487"/>
          </a:xfrm>
          <a:prstGeom prst="rect">
            <a:avLst/>
          </a:prstGeom>
        </p:spPr>
      </p:pic>
      <p:pic>
        <p:nvPicPr>
          <p:cNvPr id="5" name="Picture 4" descr="cloud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00" y="2304000"/>
            <a:ext cx="1188000" cy="679277"/>
          </a:xfrm>
          <a:prstGeom prst="rect">
            <a:avLst/>
          </a:prstGeom>
        </p:spPr>
      </p:pic>
      <p:pic>
        <p:nvPicPr>
          <p:cNvPr id="6" name="Picture 5" descr="birds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6000" y="1008000"/>
            <a:ext cx="684000" cy="398589"/>
          </a:xfrm>
          <a:prstGeom prst="rect">
            <a:avLst/>
          </a:prstGeom>
        </p:spPr>
      </p:pic>
      <p:pic>
        <p:nvPicPr>
          <p:cNvPr id="7" name="Picture 6" descr="birds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000" y="1548000"/>
            <a:ext cx="504000" cy="293236"/>
          </a:xfrm>
          <a:prstGeom prst="rect">
            <a:avLst/>
          </a:prstGeom>
        </p:spPr>
      </p:pic>
      <p:pic>
        <p:nvPicPr>
          <p:cNvPr id="8" name="Picture 7" descr="bg_cityscap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44000" y="3474000"/>
            <a:ext cx="7848000" cy="3468338"/>
          </a:xfrm>
          <a:prstGeom prst="rect">
            <a:avLst/>
          </a:prstGeom>
        </p:spPr>
      </p:pic>
      <p:pic>
        <p:nvPicPr>
          <p:cNvPr id="9" name="Picture 8" descr="ring_dis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2000" y="2844000"/>
            <a:ext cx="2448000" cy="2448000"/>
          </a:xfrm>
          <a:prstGeom prst="rect">
            <a:avLst/>
          </a:prstGeom>
        </p:spPr>
      </p:pic>
      <p:pic>
        <p:nvPicPr>
          <p:cNvPr id="10" name="Picture 9" descr="r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6000" y="2628000"/>
            <a:ext cx="2880000" cy="28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96000" y="3456591"/>
            <a:ext cx="6120000" cy="308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0" b="1" spc="-13">
                <a:solidFill>
                  <a:srgbClr val="1A3E7C"/>
                </a:solidFill>
                <a:latin typeface="Noto Sans KR"/>
              </a:rPr>
              <a:t>참여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6000" y="37914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6A80"/>
                </a:solidFill>
                <a:latin typeface="Noto Sans KR Medium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6000" y="4032591"/>
            <a:ext cx="6120000" cy="308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0" b="1" spc="-13">
                <a:solidFill>
                  <a:srgbClr val="47A44B"/>
                </a:solidFill>
                <a:latin typeface="Noto Sans KR"/>
              </a:rPr>
              <a:t>나눔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6000" y="43674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C6A80"/>
                </a:solidFill>
                <a:latin typeface="Noto Sans KR Medium"/>
              </a:rPr>
              <a:t>=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6000" y="4608591"/>
            <a:ext cx="6120000" cy="308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40" b="1" spc="-13">
                <a:solidFill>
                  <a:srgbClr val="1A3E7C"/>
                </a:solidFill>
                <a:latin typeface="Noto Sans KR"/>
              </a:rPr>
              <a:t>변화</a:t>
            </a:r>
          </a:p>
        </p:txBody>
      </p:sp>
      <p:pic>
        <p:nvPicPr>
          <p:cNvPr id="16" name="Picture 15" descr="illus_plantin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000" y="4716000"/>
            <a:ext cx="1845818" cy="1728000"/>
          </a:xfrm>
          <a:prstGeom prst="rect">
            <a:avLst/>
          </a:prstGeom>
        </p:spPr>
      </p:pic>
      <p:pic>
        <p:nvPicPr>
          <p:cNvPr id="17" name="Picture 16" descr="illus_boy_box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92000" y="4860000"/>
            <a:ext cx="672971" cy="1620000"/>
          </a:xfrm>
          <a:prstGeom prst="rect">
            <a:avLst/>
          </a:prstGeom>
        </p:spPr>
      </p:pic>
      <p:pic>
        <p:nvPicPr>
          <p:cNvPr id="18" name="Picture 17" descr="illus_wheelchai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68000" y="4284000"/>
            <a:ext cx="1911853" cy="2196000"/>
          </a:xfrm>
          <a:prstGeom prst="rect">
            <a:avLst/>
          </a:prstGeom>
        </p:spPr>
      </p:pic>
      <p:pic>
        <p:nvPicPr>
          <p:cNvPr id="19" name="Picture 18" descr="logo_mar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34000" y="324000"/>
            <a:ext cx="486000" cy="486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28000" y="384172"/>
            <a:ext cx="6120000" cy="220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60" b="1">
                <a:solidFill>
                  <a:srgbClr val="1A3E7C"/>
                </a:solidFill>
                <a:latin typeface="Noto Sans KR"/>
              </a:rPr>
              <a:t>함께하는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8000" y="613576"/>
            <a:ext cx="6120000" cy="289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60" b="1" spc="-25">
                <a:solidFill>
                  <a:srgbClr val="1A3E7C"/>
                </a:solidFill>
                <a:latin typeface="Noto Sans KR"/>
              </a:rPr>
              <a:t>공익 프로젝트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000" y="768387"/>
            <a:ext cx="6120000" cy="239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40" b="1" spc="-10">
                <a:solidFill>
                  <a:srgbClr val="1A3E7C"/>
                </a:solidFill>
                <a:latin typeface="Noto Sans KR"/>
              </a:rPr>
              <a:t>함께 만드는 더 나은 </a:t>
            </a:r>
            <a:r>
              <a:rPr sz="1040" b="1" spc="-10">
                <a:solidFill>
                  <a:srgbClr val="47A44B"/>
                </a:solidFill>
                <a:latin typeface="Noto Sans KR"/>
              </a:rPr>
              <a:t>우리 사회</a:t>
            </a:r>
          </a:p>
        </p:txBody>
      </p:sp>
      <p:pic>
        <p:nvPicPr>
          <p:cNvPr id="23" name="Picture 22" descr="title_line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2600" y="1216800"/>
            <a:ext cx="2889908" cy="630000"/>
          </a:xfrm>
          <a:prstGeom prst="rect">
            <a:avLst/>
          </a:prstGeom>
        </p:spPr>
      </p:pic>
      <p:pic>
        <p:nvPicPr>
          <p:cNvPr id="24" name="Picture 23" descr="title_line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62600" y="2001600"/>
            <a:ext cx="4635412" cy="630000"/>
          </a:xfrm>
          <a:prstGeom prst="rect">
            <a:avLst/>
          </a:prstGeom>
        </p:spPr>
      </p:pic>
      <p:pic>
        <p:nvPicPr>
          <p:cNvPr id="25" name="Picture 24" descr="leaf_a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00000" y="1692000"/>
            <a:ext cx="468000" cy="657044"/>
          </a:xfrm>
          <a:prstGeom prst="rect">
            <a:avLst/>
          </a:prstGeom>
        </p:spPr>
      </p:pic>
      <p:pic>
        <p:nvPicPr>
          <p:cNvPr id="26" name="Picture 25" descr="leaf_b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940000" y="1458000"/>
            <a:ext cx="396000" cy="527232"/>
          </a:xfrm>
          <a:prstGeom prst="rect">
            <a:avLst/>
          </a:prstGeom>
        </p:spPr>
      </p:pic>
      <p:pic>
        <p:nvPicPr>
          <p:cNvPr id="27" name="Picture 26" descr="leaf_c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06000" y="2142000"/>
            <a:ext cx="342000" cy="2666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0000" y="2777840"/>
            <a:ext cx="6120000" cy="243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0" spc="-16">
                <a:solidFill>
                  <a:srgbClr val="44546A"/>
                </a:solidFill>
                <a:latin typeface="Noto Sans KR"/>
              </a:rPr>
              <a:t>우리의 일상 속 작은 실천이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3029840"/>
            <a:ext cx="6120000" cy="243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0" spc="-16">
                <a:solidFill>
                  <a:srgbClr val="44546A"/>
                </a:solidFill>
                <a:latin typeface="Noto Sans KR"/>
              </a:rPr>
              <a:t>누군가의 삶을 바꾸고,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3281840"/>
            <a:ext cx="6120000" cy="2436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60" b="0" spc="-16">
                <a:solidFill>
                  <a:srgbClr val="44546A"/>
                </a:solidFill>
                <a:latin typeface="Noto Sans KR"/>
              </a:rPr>
              <a:t>더 나은 내일을 만듭니다.</a:t>
            </a:r>
          </a:p>
        </p:txBody>
      </p:sp>
      <p:pic>
        <p:nvPicPr>
          <p:cNvPr id="31" name="Picture 30" descr="panel_ct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0000" y="6660000"/>
            <a:ext cx="6480000" cy="525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0000" y="6800327"/>
            <a:ext cx="6120000" cy="3539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40" b="1" spc="-31">
                <a:solidFill>
                  <a:srgbClr val="FFFFFF"/>
                </a:solidFill>
                <a:latin typeface="Noto Sans KR"/>
              </a:rPr>
              <a:t>지금, 우리 함께 시작해요!</a:t>
            </a:r>
          </a:p>
        </p:txBody>
      </p:sp>
      <p:pic>
        <p:nvPicPr>
          <p:cNvPr id="33" name="Picture 32" descr="cta_arrow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54000" y="6825600"/>
            <a:ext cx="414000" cy="245812"/>
          </a:xfrm>
          <a:prstGeom prst="rect">
            <a:avLst/>
          </a:prstGeom>
        </p:spPr>
      </p:pic>
      <p:pic>
        <p:nvPicPr>
          <p:cNvPr id="34" name="Picture 33" descr="panel_car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0000" y="7308000"/>
            <a:ext cx="6480000" cy="1908000"/>
          </a:xfrm>
          <a:prstGeom prst="rect">
            <a:avLst/>
          </a:prstGeom>
        </p:spPr>
      </p:pic>
      <p:pic>
        <p:nvPicPr>
          <p:cNvPr id="35" name="Picture 34" descr="divider_v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85600" y="7506000"/>
            <a:ext cx="29264" cy="1512000"/>
          </a:xfrm>
          <a:prstGeom prst="rect">
            <a:avLst/>
          </a:prstGeom>
        </p:spPr>
      </p:pic>
      <p:pic>
        <p:nvPicPr>
          <p:cNvPr id="36" name="Picture 35" descr="divider_v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845600" y="7506000"/>
            <a:ext cx="29264" cy="1512000"/>
          </a:xfrm>
          <a:prstGeom prst="rect">
            <a:avLst/>
          </a:prstGeom>
        </p:spPr>
      </p:pic>
      <p:pic>
        <p:nvPicPr>
          <p:cNvPr id="37" name="Picture 36" descr="icon_cat_env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6000" y="7502400"/>
            <a:ext cx="446400" cy="446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310400" y="7606083"/>
            <a:ext cx="6120000" cy="298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spc="-26">
                <a:solidFill>
                  <a:srgbClr val="3E9A4E"/>
                </a:solidFill>
                <a:latin typeface="Noto Sans KR"/>
              </a:rPr>
              <a:t>환경 보호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0400" y="7917178"/>
            <a:ext cx="6120000" cy="195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spc="-13">
                <a:solidFill>
                  <a:srgbClr val="44546A"/>
                </a:solidFill>
                <a:latin typeface="Noto Sans KR"/>
              </a:rPr>
              <a:t>자연을 지키는 작은 실천이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0400" y="8111578"/>
            <a:ext cx="6120000" cy="195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spc="-13">
                <a:solidFill>
                  <a:srgbClr val="44546A"/>
                </a:solidFill>
                <a:latin typeface="Noto Sans KR"/>
              </a:rPr>
              <a:t>깨끗한 미래를 만듭니다.</a:t>
            </a:r>
          </a:p>
        </p:txBody>
      </p:sp>
      <p:pic>
        <p:nvPicPr>
          <p:cNvPr id="41" name="Picture 40" descr="bullet_gree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5200" y="8517600"/>
            <a:ext cx="68400" cy="683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86400" y="84426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spc="-14">
                <a:solidFill>
                  <a:srgbClr val="44546A"/>
                </a:solidFill>
                <a:latin typeface="Noto Sans KR Medium"/>
              </a:rPr>
              <a:t>플로깅 &amp; 환경 정화 활동</a:t>
            </a:r>
          </a:p>
        </p:txBody>
      </p:sp>
      <p:pic>
        <p:nvPicPr>
          <p:cNvPr id="43" name="Picture 42" descr="bullet_green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5200" y="8762400"/>
            <a:ext cx="68400" cy="683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86400" y="86874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spc="-14">
                <a:solidFill>
                  <a:srgbClr val="44546A"/>
                </a:solidFill>
                <a:latin typeface="Noto Sans KR Medium"/>
              </a:rPr>
              <a:t>나무 심기 캠페인</a:t>
            </a:r>
          </a:p>
        </p:txBody>
      </p:sp>
      <p:pic>
        <p:nvPicPr>
          <p:cNvPr id="45" name="Picture 44" descr="icon_cat_shar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16000" y="7502400"/>
            <a:ext cx="446400" cy="4464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470400" y="7606083"/>
            <a:ext cx="6120000" cy="298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spc="-26">
                <a:solidFill>
                  <a:srgbClr val="2E6FB8"/>
                </a:solidFill>
                <a:latin typeface="Noto Sans KR"/>
              </a:rPr>
              <a:t>지역 나눔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0400" y="7917178"/>
            <a:ext cx="6120000" cy="195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spc="-13">
                <a:solidFill>
                  <a:srgbClr val="44546A"/>
                </a:solidFill>
                <a:latin typeface="Noto Sans KR"/>
              </a:rPr>
              <a:t>이웃을 향한 따뜻한 마음이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0400" y="8111578"/>
            <a:ext cx="6120000" cy="195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spc="-13">
                <a:solidFill>
                  <a:srgbClr val="44546A"/>
                </a:solidFill>
                <a:latin typeface="Noto Sans KR"/>
              </a:rPr>
              <a:t>더 행복한 공동체를 만듭니다.</a:t>
            </a:r>
          </a:p>
        </p:txBody>
      </p:sp>
      <p:pic>
        <p:nvPicPr>
          <p:cNvPr id="49" name="Picture 48" descr="bullet_blu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995200" y="8517600"/>
            <a:ext cx="68400" cy="68399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146400" y="84426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spc="-14">
                <a:solidFill>
                  <a:srgbClr val="44546A"/>
                </a:solidFill>
                <a:latin typeface="Noto Sans KR Medium"/>
              </a:rPr>
              <a:t>취약계층 지원</a:t>
            </a:r>
          </a:p>
        </p:txBody>
      </p:sp>
      <p:pic>
        <p:nvPicPr>
          <p:cNvPr id="51" name="Picture 50" descr="bullet_blu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995200" y="8762400"/>
            <a:ext cx="68400" cy="6839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46400" y="86874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spc="-14">
                <a:solidFill>
                  <a:srgbClr val="44546A"/>
                </a:solidFill>
                <a:latin typeface="Noto Sans KR Medium"/>
              </a:rPr>
              <a:t>지역 문화·교육 지원</a:t>
            </a:r>
          </a:p>
        </p:txBody>
      </p:sp>
      <p:pic>
        <p:nvPicPr>
          <p:cNvPr id="53" name="Picture 52" descr="icon_cat_youth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76000" y="7502400"/>
            <a:ext cx="446400" cy="44640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630400" y="7606083"/>
            <a:ext cx="6120000" cy="298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spc="-26">
                <a:solidFill>
                  <a:srgbClr val="2C8F98"/>
                </a:solidFill>
                <a:latin typeface="Noto Sans KR"/>
              </a:rPr>
              <a:t>청년 참여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0400" y="7917178"/>
            <a:ext cx="6120000" cy="195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spc="-13">
                <a:solidFill>
                  <a:srgbClr val="44546A"/>
                </a:solidFill>
                <a:latin typeface="Noto Sans KR"/>
              </a:rPr>
              <a:t>청년의 아이디어와 행동이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0400" y="8111578"/>
            <a:ext cx="6120000" cy="1953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50" b="0" spc="-13">
                <a:solidFill>
                  <a:srgbClr val="44546A"/>
                </a:solidFill>
                <a:latin typeface="Noto Sans KR"/>
              </a:rPr>
              <a:t>사회를 변화시킵니다.</a:t>
            </a:r>
          </a:p>
        </p:txBody>
      </p:sp>
      <p:pic>
        <p:nvPicPr>
          <p:cNvPr id="57" name="Picture 56" descr="bullet_teal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55200" y="8517600"/>
            <a:ext cx="68400" cy="6839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306400" y="84426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spc="-14">
                <a:solidFill>
                  <a:srgbClr val="44546A"/>
                </a:solidFill>
                <a:latin typeface="Noto Sans KR Medium"/>
              </a:rPr>
              <a:t>청년 공익 아이디어 공모</a:t>
            </a:r>
          </a:p>
        </p:txBody>
      </p:sp>
      <p:pic>
        <p:nvPicPr>
          <p:cNvPr id="59" name="Picture 58" descr="bullet_teal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55200" y="8762400"/>
            <a:ext cx="68400" cy="6839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5306400" y="8687412"/>
            <a:ext cx="6120000" cy="2068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spc="-14">
                <a:solidFill>
                  <a:srgbClr val="44546A"/>
                </a:solidFill>
                <a:latin typeface="Noto Sans KR Medium"/>
              </a:rPr>
              <a:t>자원봉사 &amp; 멘토링</a:t>
            </a:r>
          </a:p>
        </p:txBody>
      </p:sp>
      <p:pic>
        <p:nvPicPr>
          <p:cNvPr id="61" name="Picture 60" descr="panel_foote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9252000"/>
            <a:ext cx="7560000" cy="10440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-2196000" y="9476776"/>
            <a:ext cx="6120000" cy="289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0" b="1" spc="-25">
                <a:solidFill>
                  <a:srgbClr val="FFFFFF"/>
                </a:solidFill>
                <a:latin typeface="Noto Sans KR"/>
              </a:rPr>
              <a:t>참여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-2196000" y="9764776"/>
            <a:ext cx="6120000" cy="2896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60" b="1" spc="-25">
                <a:solidFill>
                  <a:srgbClr val="FFFFFF"/>
                </a:solidFill>
                <a:latin typeface="Noto Sans KR"/>
              </a:rPr>
              <a:t>방법</a:t>
            </a:r>
          </a:p>
        </p:txBody>
      </p:sp>
      <p:pic>
        <p:nvPicPr>
          <p:cNvPr id="64" name="Picture 63" descr="step_qr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530000" y="9363600"/>
            <a:ext cx="540000" cy="54000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-1260000" y="10038397"/>
            <a:ext cx="6120000" cy="1884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0" spc="-16">
                <a:solidFill>
                  <a:srgbClr val="FFFFFF"/>
                </a:solidFill>
                <a:latin typeface="Noto Sans KR Medium"/>
              </a:rPr>
              <a:t>QR코드 스캔</a:t>
            </a:r>
          </a:p>
        </p:txBody>
      </p:sp>
      <p:pic>
        <p:nvPicPr>
          <p:cNvPr id="66" name="Picture 65" descr="step_form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538000" y="9363600"/>
            <a:ext cx="540000" cy="54000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-252000" y="10038397"/>
            <a:ext cx="6120000" cy="1884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0" spc="-16">
                <a:solidFill>
                  <a:srgbClr val="FFFFFF"/>
                </a:solidFill>
                <a:latin typeface="Noto Sans KR Medium"/>
              </a:rPr>
              <a:t>신청서 작성</a:t>
            </a:r>
          </a:p>
        </p:txBody>
      </p:sp>
      <p:pic>
        <p:nvPicPr>
          <p:cNvPr id="68" name="Picture 67" descr="step_join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546000" y="9363600"/>
            <a:ext cx="540000" cy="54000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56000" y="10038397"/>
            <a:ext cx="6120000" cy="1884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19" b="0" spc="-16">
                <a:solidFill>
                  <a:srgbClr val="FFFFFF"/>
                </a:solidFill>
                <a:latin typeface="Noto Sans KR Medium"/>
              </a:rPr>
              <a:t>활동 참여하기</a:t>
            </a:r>
          </a:p>
        </p:txBody>
      </p:sp>
      <p:pic>
        <p:nvPicPr>
          <p:cNvPr id="70" name="Picture 69" descr="chevron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39200" y="9554400"/>
            <a:ext cx="129600" cy="158400"/>
          </a:xfrm>
          <a:prstGeom prst="rect">
            <a:avLst/>
          </a:prstGeom>
        </p:spPr>
      </p:pic>
      <p:pic>
        <p:nvPicPr>
          <p:cNvPr id="71" name="Picture 70" descr="chevron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47200" y="9554400"/>
            <a:ext cx="129600" cy="15840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016000" y="9542572"/>
            <a:ext cx="6120000" cy="220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60" b="0" spc="-19">
                <a:solidFill>
                  <a:srgbClr val="FFFFFF"/>
                </a:solidFill>
                <a:latin typeface="Noto Sans KR Medium"/>
              </a:rPr>
              <a:t>자세한 내용은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16000" y="9808972"/>
            <a:ext cx="6120000" cy="220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60" b="0" spc="-19">
                <a:solidFill>
                  <a:srgbClr val="FFFFFF"/>
                </a:solidFill>
                <a:latin typeface="Noto Sans KR Medium"/>
              </a:rPr>
              <a:t>홈페이지를 확인하세요!</a:t>
            </a:r>
          </a:p>
        </p:txBody>
      </p:sp>
      <p:pic>
        <p:nvPicPr>
          <p:cNvPr id="74" name="Picture 73" descr="qr_cod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120000" y="9374400"/>
            <a:ext cx="828000" cy="828000"/>
          </a:xfrm>
          <a:prstGeom prst="rect">
            <a:avLst/>
          </a:prstGeom>
        </p:spPr>
      </p:pic>
      <p:pic>
        <p:nvPicPr>
          <p:cNvPr id="75" name="Picture 74" descr="logo_mar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0000" y="10346400"/>
            <a:ext cx="273600" cy="273600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78400" y="10411158"/>
            <a:ext cx="6120000" cy="20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1" spc="-18">
                <a:solidFill>
                  <a:srgbClr val="1A3E7C"/>
                </a:solidFill>
                <a:latin typeface="Noto Sans KR"/>
              </a:rPr>
              <a:t>행복나눔 공익재단</a:t>
            </a:r>
          </a:p>
        </p:txBody>
      </p:sp>
      <p:pic>
        <p:nvPicPr>
          <p:cNvPr id="77" name="Picture 76" descr="footer_sep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268000" y="10382400"/>
            <a:ext cx="22400" cy="201600"/>
          </a:xfrm>
          <a:prstGeom prst="rect">
            <a:avLst/>
          </a:prstGeom>
        </p:spPr>
      </p:pic>
      <p:pic>
        <p:nvPicPr>
          <p:cNvPr id="78" name="Picture 77" descr="icon_phone_navy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484000" y="10396800"/>
            <a:ext cx="165600" cy="137493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2736000" y="10411158"/>
            <a:ext cx="6120000" cy="20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 spc="-9">
                <a:solidFill>
                  <a:srgbClr val="44546A"/>
                </a:solidFill>
                <a:latin typeface="Noto Sans KR Medium"/>
              </a:rPr>
              <a:t>02-1234-5678</a:t>
            </a:r>
          </a:p>
        </p:txBody>
      </p:sp>
      <p:pic>
        <p:nvPicPr>
          <p:cNvPr id="80" name="Picture 79" descr="footer_sep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888000" y="10382400"/>
            <a:ext cx="22400" cy="201600"/>
          </a:xfrm>
          <a:prstGeom prst="rect">
            <a:avLst/>
          </a:prstGeom>
        </p:spPr>
      </p:pic>
      <p:pic>
        <p:nvPicPr>
          <p:cNvPr id="81" name="Picture 80" descr="icon_globe_navy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104000" y="10382400"/>
            <a:ext cx="180000" cy="18000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4356000" y="10411158"/>
            <a:ext cx="6120000" cy="2022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80" b="0" spc="-9">
                <a:solidFill>
                  <a:srgbClr val="44546A"/>
                </a:solidFill>
                <a:latin typeface="Noto Sans KR Medium"/>
              </a:rPr>
              <a:t>www.happyshare.or.kr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